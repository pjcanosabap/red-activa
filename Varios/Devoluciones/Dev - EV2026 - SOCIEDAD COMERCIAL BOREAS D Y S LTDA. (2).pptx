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9184" y="-329184"/>
            <a:ext cx="2715768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92024"/>
            <a:ext cx="2359152" cy="5852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3776" y="1728216"/>
            <a:ext cx="1261872" cy="11704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7744" y="2523744"/>
            <a:ext cx="557784" cy="53949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5148072"/>
            <a:ext cx="1133856" cy="75895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261872" y="1883664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DEVOLUCIÓN EVALUACIÓN 2026</a:t>
            </a:r>
            <a:endParaRPr lang="en-US" sz="4000" dirty="0"/>
          </a:p>
        </p:txBody>
      </p:sp>
      <p:sp>
        <p:nvSpPr>
          <p:cNvPr id="10" name="Text 1"/>
          <p:cNvSpPr/>
          <p:nvPr/>
        </p:nvSpPr>
        <p:spPr>
          <a:xfrm>
            <a:off x="1993392" y="2999232"/>
            <a:ext cx="80741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SOCIEDAD COMERCIAL BOREAS D Y S LTDA.</a:t>
            </a:r>
            <a:endParaRPr lang="en-US" sz="3200" dirty="0"/>
          </a:p>
        </p:txBody>
      </p:sp>
      <p:sp>
        <p:nvSpPr>
          <p:cNvPr id="11" name="Text 2"/>
          <p:cNvSpPr/>
          <p:nvPr/>
        </p:nvSpPr>
        <p:spPr>
          <a:xfrm>
            <a:off x="4169664" y="4224528"/>
            <a:ext cx="3557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29/05/2026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FORTALEZAS</a:t>
            </a:r>
            <a:endParaRPr lang="en-US" sz="4800" dirty="0"/>
          </a:p>
        </p:txBody>
      </p:sp>
      <p:sp>
        <p:nvSpPr>
          <p:cNvPr id="8" name="Shape 1"/>
          <p:cNvSpPr/>
          <p:nvPr/>
        </p:nvSpPr>
        <p:spPr>
          <a:xfrm>
            <a:off x="411480" y="841248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1645920" y="13258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960120" y="1545336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164592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del equipo con el programa + Subida de evidencia</a:t>
            </a:r>
            <a:endParaRPr lang="en-US" sz="2000" dirty="0"/>
          </a:p>
        </p:txBody>
      </p:sp>
      <p:sp>
        <p:nvSpPr>
          <p:cNvPr id="12" name="Shape 5"/>
          <p:cNvSpPr/>
          <p:nvPr/>
        </p:nvSpPr>
        <p:spPr>
          <a:xfrm>
            <a:off x="1645920" y="2587752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2E4F83"/>
          </a:solidFill>
          <a:ln w="12700">
            <a:solidFill>
              <a:srgbClr val="8DA9DB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960120" y="2807208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1645920" y="2587752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Entregas + Sistema de RRHH</a:t>
            </a:r>
            <a:endParaRPr lang="en-US" sz="2000" dirty="0"/>
          </a:p>
        </p:txBody>
      </p:sp>
      <p:sp>
        <p:nvSpPr>
          <p:cNvPr id="15" name="Shape 8"/>
          <p:cNvSpPr/>
          <p:nvPr/>
        </p:nvSpPr>
        <p:spPr>
          <a:xfrm>
            <a:off x="1645920" y="3849624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9DC3E6"/>
          </a:solidFill>
          <a:ln w="12700">
            <a:solidFill>
              <a:srgbClr val="B3C6E7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645920" y="3849624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de No Aptos y Rechazos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1645920" y="5111496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BDD7EE"/>
          </a:solidFill>
          <a:ln w="12700">
            <a:solidFill>
              <a:srgbClr val="B3C6E7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960120" y="5330952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645920" y="5111496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Almacenamiento + Control de temperaturas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OPORTUNIDADES</a:t>
            </a:r>
            <a:endParaRPr lang="en-US" sz="4800" dirty="0"/>
          </a:p>
        </p:txBody>
      </p:sp>
      <p:sp>
        <p:nvSpPr>
          <p:cNvPr id="8" name="Shape 1"/>
          <p:cNvSpPr/>
          <p:nvPr/>
        </p:nvSpPr>
        <p:spPr>
          <a:xfrm>
            <a:off x="411480" y="841248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1645920" y="13258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7B2D0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960120" y="1545336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164592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fuera del predio + Estado de los pisos + Combustión dentro de bodega</a:t>
            </a:r>
            <a:endParaRPr lang="en-US" sz="2000" dirty="0"/>
          </a:p>
        </p:txBody>
      </p:sp>
      <p:sp>
        <p:nvSpPr>
          <p:cNvPr id="12" name="Shape 5"/>
          <p:cNvSpPr/>
          <p:nvPr/>
        </p:nvSpPr>
        <p:spPr>
          <a:xfrm>
            <a:off x="1645920" y="2587752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9A341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960120" y="2807208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1645920" y="2587752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Feromonas aéreas en zona de almacenamiento + Hermeticidad de portones</a:t>
            </a:r>
            <a:endParaRPr lang="en-US" sz="2000" dirty="0"/>
          </a:p>
        </p:txBody>
      </p:sp>
      <p:sp>
        <p:nvSpPr>
          <p:cNvPr id="15" name="Shape 8"/>
          <p:cNvSpPr/>
          <p:nvPr/>
        </p:nvSpPr>
        <p:spPr>
          <a:xfrm>
            <a:off x="1645920" y="3849624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1645920" y="3849624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indicadores: Tablero + Política de Vidrio + Anti estallidos + Uso de EPP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1645920" y="5111496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960120" y="5330952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645920" y="5111496"/>
            <a:ext cx="100584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lejos de la mercadería + Revisar apilabilidad en bodega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9184" y="-329184"/>
            <a:ext cx="2715768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92024"/>
            <a:ext cx="2359152" cy="5852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3776" y="1728216"/>
            <a:ext cx="1261872" cy="11704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2615184"/>
            <a:ext cx="1883664" cy="18288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98648" y="1755648"/>
            <a:ext cx="6784848" cy="3044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¡MUCHAS GRACIAS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POR LA PARTICIPACIÓN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TODO EL EQUIPO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ESTA JORNADA!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2026-06-01T23:58:10Z</dcterms:created>
  <dcterms:modified xsi:type="dcterms:W3CDTF">2026-06-01T23:58:10Z</dcterms:modified>
</cp:coreProperties>
</file>